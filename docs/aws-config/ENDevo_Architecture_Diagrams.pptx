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ENDevo SaaS Platform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0" y="65836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Business Overview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01168" y="1078992"/>
            <a:ext cx="2377440" cy="3108960"/>
          </a:xfrm>
          <a:prstGeom prst="roundRect">
            <a:avLst>
              <a:gd name="adj" fmla="val 4615"/>
            </a:avLst>
          </a:prstGeom>
          <a:solidFill>
            <a:srgbClr val="1A2E4A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1704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1168" y="15727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/ HR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" y="1901952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ENDevo 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Benefit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Invites employees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platform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adoption &amp;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sees personal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content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78608" y="2633472"/>
            <a:ext cx="658368" cy="0"/>
          </a:xfrm>
          <a:prstGeom prst="line">
            <a:avLst/>
          </a:prstGeom>
          <a:noFill/>
          <a:ln w="25400">
            <a:solidFill>
              <a:srgbClr val="64B5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78608" y="2395728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&amp;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236976" y="960120"/>
            <a:ext cx="2697480" cy="3337560"/>
          </a:xfrm>
          <a:prstGeom prst="roundRect">
            <a:avLst>
              <a:gd name="adj" fmla="val 4746"/>
            </a:avLst>
          </a:prstGeom>
          <a:solidFill>
            <a:srgbClr val="0D47A1"/>
          </a:solidFill>
          <a:ln w="25400">
            <a:solidFill>
              <a:srgbClr val="42A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36976" y="105156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36976" y="1426464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ENDevo PLATFORM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36976" y="1682496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endevo.life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64992" y="2029968"/>
            <a:ext cx="2450592" cy="219456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6350">
            <a:solidFill>
              <a:srgbClr val="42A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20391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6 Learning Modules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64992" y="2295144"/>
            <a:ext cx="2450592" cy="219456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6350">
            <a:solidFill>
              <a:srgbClr val="42A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23042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Checklist Engine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364992" y="2560320"/>
            <a:ext cx="2450592" cy="219456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6350">
            <a:solidFill>
              <a:srgbClr val="42A5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1568" y="25694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Progress Tracking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364992" y="2825496"/>
            <a:ext cx="2450592" cy="219456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6350">
            <a:solidFill>
              <a:srgbClr val="42A5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28346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HR Analytics Dashboard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364992" y="3090672"/>
            <a:ext cx="2450592" cy="219456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6350">
            <a:solidFill>
              <a:srgbClr val="42A5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30998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Automated Reminders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364992" y="3355848"/>
            <a:ext cx="2450592" cy="219456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6350">
            <a:solidFill>
              <a:srgbClr val="42A5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01568" y="33649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JWT Secured API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364992" y="3621024"/>
            <a:ext cx="2450592" cy="219456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6350">
            <a:solidFill>
              <a:srgbClr val="42A5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01568" y="36301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Multi-Tenant Isolation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364992" y="3886200"/>
            <a:ext cx="2450592" cy="219456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 w="6350">
            <a:solidFill>
              <a:srgbClr val="42A5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01568" y="38953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Personalisation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934456" y="2633472"/>
            <a:ext cx="658368" cy="0"/>
          </a:xfrm>
          <a:prstGeom prst="line">
            <a:avLst/>
          </a:prstGeom>
          <a:noFill/>
          <a:ln w="25400">
            <a:solidFill>
              <a:srgbClr val="66BB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34456" y="2395728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592824" y="1078992"/>
            <a:ext cx="2377440" cy="3108960"/>
          </a:xfrm>
          <a:prstGeom prst="roundRect">
            <a:avLst>
              <a:gd name="adj" fmla="val 4615"/>
            </a:avLst>
          </a:prstGeom>
          <a:solidFill>
            <a:srgbClr val="1A3A2A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92824" y="11704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592824" y="15727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84264" y="1901952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in securely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through 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modules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 checklists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own pace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weekly nudge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emails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their own data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01168" y="4315968"/>
            <a:ext cx="2084832" cy="658368"/>
          </a:xfrm>
          <a:prstGeom prst="roundRect">
            <a:avLst>
              <a:gd name="adj" fmla="val 11111"/>
            </a:avLst>
          </a:prstGeom>
          <a:solidFill>
            <a:srgbClr val="111F35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1168" y="4343400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859536" y="4352544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Rate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59536" y="4572000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5-7% industry avg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414016" y="4315968"/>
            <a:ext cx="2084832" cy="658368"/>
          </a:xfrm>
          <a:prstGeom prst="roundRect">
            <a:avLst>
              <a:gd name="adj" fmla="val 11111"/>
            </a:avLst>
          </a:prstGeom>
          <a:solidFill>
            <a:srgbClr val="111F35"/>
          </a:solidFill>
          <a:ln w="19050">
            <a:solidFill>
              <a:srgbClr val="66BB6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14016" y="4343400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3072384" y="4352544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Promoter Score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072384" y="4572000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Cigna Pilot Result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626864" y="4315968"/>
            <a:ext cx="2084832" cy="658368"/>
          </a:xfrm>
          <a:prstGeom prst="roundRect">
            <a:avLst>
              <a:gd name="adj" fmla="val 11111"/>
            </a:avLst>
          </a:prstGeom>
          <a:solidFill>
            <a:srgbClr val="111F35"/>
          </a:solidFill>
          <a:ln w="19050">
            <a:solidFill>
              <a:srgbClr val="42A5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26864" y="4343400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5285232" y="4352544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Infra Cost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285232" y="4572000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free tier optimised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839712" y="4315968"/>
            <a:ext cx="2084832" cy="658368"/>
          </a:xfrm>
          <a:prstGeom prst="roundRect">
            <a:avLst>
              <a:gd name="adj" fmla="val 11111"/>
            </a:avLst>
          </a:prstGeom>
          <a:solidFill>
            <a:srgbClr val="111F35"/>
          </a:solidFill>
          <a:ln w="19050">
            <a:solidFill>
              <a:srgbClr val="AB47B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39712" y="4343400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~$25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7498080" y="4352544"/>
            <a:ext cx="1389888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AWS Cost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498080" y="4572000"/>
            <a:ext cx="1389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production stack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0" y="502920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  •  Education-First  •  Privacy by Design  •  AWS Powered  •  Enterprise Ready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ENDevo — AWS Technical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Infrastructure  |  Region: us-east-2  |  Account: 383423735462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37160" y="713232"/>
            <a:ext cx="173736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71323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6926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 App)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1508760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51790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8600" y="2057400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2066544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965960" y="713232"/>
            <a:ext cx="192024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71323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+ SECURITY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057400" y="960120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969264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CDN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d1mypniqejg9p0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057400" y="1508760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57400" y="1517904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XSS + Rate Limit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057400" y="2057400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 w="12700">
            <a:solidFill>
              <a:srgbClr val="6E76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57400" y="2066544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SSL Cert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*.endevo.life (PENDING)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977640" y="713232"/>
            <a:ext cx="192024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77640" y="71323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069080" y="960120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69080" y="969264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HTTP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nb7h1yq3y8 /prod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069080" y="1508760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69080" y="1517904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Lambda: endevo-api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18 | 256MB | 30s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069080" y="2057400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69080" y="2066544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Reminder Cron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989320" y="713232"/>
            <a:ext cx="192024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71323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SECRETS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080760" y="960120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969264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PostgreSQL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Tables | RLS | 7d Backup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080760" y="1508760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1517904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Creds Encrypted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080760" y="2057400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0760" y="2066544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Content Bucket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| Videos | Assets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973568" y="713232"/>
            <a:ext cx="1078992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73568" y="713232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8046720" y="960120"/>
            <a:ext cx="932688" cy="438912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46720" y="969264"/>
            <a:ext cx="932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Email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Sandbox→Prod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8046720" y="1508760"/>
            <a:ext cx="932688" cy="438912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0" y="1517904"/>
            <a:ext cx="932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Alerts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endevo-alerts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8046720" y="2057400"/>
            <a:ext cx="932688" cy="438912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0" y="2066544"/>
            <a:ext cx="932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Alarms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874520" y="1673352"/>
            <a:ext cx="91440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74520" y="1536192"/>
            <a:ext cx="9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3886200" y="1673352"/>
            <a:ext cx="91440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897880" y="1673352"/>
            <a:ext cx="91440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09560" y="1673352"/>
            <a:ext cx="64008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7160" y="2724912"/>
            <a:ext cx="4114800" cy="1664208"/>
          </a:xfrm>
          <a:prstGeom prst="rect">
            <a:avLst/>
          </a:prstGeom>
          <a:solidFill>
            <a:srgbClr val="0D1F0D"/>
          </a:solidFill>
          <a:ln w="19050">
            <a:solidFill>
              <a:srgbClr val="23863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7160" y="27249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  vpc-0b856771e2262f334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28600" y="2980944"/>
            <a:ext cx="1207008" cy="1261872"/>
          </a:xfrm>
          <a:prstGeom prst="roundRect">
            <a:avLst>
              <a:gd name="adj" fmla="val 4545"/>
            </a:avLst>
          </a:prstGeom>
          <a:solidFill>
            <a:srgbClr val="0D1117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8600" y="2990088"/>
            <a:ext cx="1207008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AZ-a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subnet-002fa90db5074ddc9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1508760" y="2980944"/>
            <a:ext cx="1207008" cy="1261872"/>
          </a:xfrm>
          <a:prstGeom prst="roundRect">
            <a:avLst>
              <a:gd name="adj" fmla="val 4545"/>
            </a:avLst>
          </a:prstGeom>
          <a:solidFill>
            <a:srgbClr val="0D1117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508760" y="2990088"/>
            <a:ext cx="1207008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AZ-b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subnet-0a8e7018295cab476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2788920" y="2980944"/>
            <a:ext cx="1207008" cy="1261872"/>
          </a:xfrm>
          <a:prstGeom prst="roundRect">
            <a:avLst>
              <a:gd name="adj" fmla="val 4545"/>
            </a:avLst>
          </a:prstGeom>
          <a:solidFill>
            <a:srgbClr val="0D1117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88920" y="2990088"/>
            <a:ext cx="1207008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sg-05081c9d3c89e9312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5432 + 443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4343400" y="2724912"/>
            <a:ext cx="1920240" cy="1664208"/>
          </a:xfrm>
          <a:prstGeom prst="rect">
            <a:avLst/>
          </a:prstGeom>
          <a:solidFill>
            <a:srgbClr val="0D1520"/>
          </a:solidFill>
          <a:ln w="19050">
            <a:solidFill>
              <a:srgbClr val="1F6F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43400" y="272491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416552" y="2980944"/>
            <a:ext cx="1773936" cy="365760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416552" y="2990088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Endpoint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vpce-033e4e3aa29a99ecd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4416552" y="3401568"/>
            <a:ext cx="1773936" cy="365760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 w="12700">
            <a:solidFill>
              <a:srgbClr val="6E76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16552" y="3410712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Route53 DNS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endevo.life → CF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(PENDING Niki)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4416552" y="3822192"/>
            <a:ext cx="1773936" cy="365760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416552" y="3831336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Throttle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req/s Burst 50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6355080" y="2724912"/>
            <a:ext cx="2697480" cy="1664208"/>
          </a:xfrm>
          <a:prstGeom prst="rect">
            <a:avLst/>
          </a:prstGeom>
          <a:solidFill>
            <a:srgbClr val="1A1209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55080" y="272491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WORKFLOW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6446520" y="2980944"/>
            <a:ext cx="2523744" cy="274320"/>
          </a:xfrm>
          <a:prstGeom prst="roundRect">
            <a:avLst>
              <a:gd name="adj" fmla="val 13333"/>
            </a:avLst>
          </a:prstGeom>
          <a:solidFill>
            <a:srgbClr val="0D1117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46520" y="299008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Development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6446520" y="3319272"/>
            <a:ext cx="2523744" cy="274320"/>
          </a:xfrm>
          <a:prstGeom prst="roundRect">
            <a:avLst>
              <a:gd name="adj" fmla="val 13333"/>
            </a:avLst>
          </a:prstGeom>
          <a:solidFill>
            <a:srgbClr val="0D1117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46520" y="3328416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endevo-life/endevo-saas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6446520" y="3657600"/>
            <a:ext cx="2523744" cy="274320"/>
          </a:xfrm>
          <a:prstGeom prst="roundRect">
            <a:avLst>
              <a:gd name="adj" fmla="val 13333"/>
            </a:avLst>
          </a:prstGeom>
          <a:solidFill>
            <a:srgbClr val="0D1117"/>
          </a:solidFill>
          <a:ln w="12700">
            <a:solidFill>
              <a:srgbClr val="6E768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46520" y="3666744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Deploy → Lambda + S3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(PENDING Nermeen)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6446520" y="3995928"/>
            <a:ext cx="2523744" cy="274320"/>
          </a:xfrm>
          <a:prstGeom prst="roundRect">
            <a:avLst>
              <a:gd name="adj" fmla="val 13333"/>
            </a:avLst>
          </a:prstGeom>
          <a:solidFill>
            <a:srgbClr val="0D1117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6520" y="400507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CloudShell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Deployments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137160" y="4462272"/>
            <a:ext cx="8887968" cy="512064"/>
          </a:xfrm>
          <a:prstGeom prst="rect">
            <a:avLst/>
          </a:prstGeom>
          <a:solidFill>
            <a:srgbClr val="1A0A00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01168" y="44805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PENDING BEFORE PILOT: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1920240" y="448056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Actions CI/CD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2999232" y="448056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Route53 + Domain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4078224" y="448056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ACM SSL Cert (us-east-1)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5157216" y="448056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CORS Lock to endevo.life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6236208" y="448056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Lambda Concurrency +100 Quota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7315200" y="448056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 Prod Approval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8394192" y="448056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CF for API Gateway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9473184" y="448056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 → Param Store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0" y="5001768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us-east-2  •  ~$25/month  •  API: nb7h1yq3y8.execute-api.us-east-2.amazonaws.com/prod  •  Frontend: d1mypniqejg9p0.cloudfront.net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ENDevo SaaS Architecture Diagrams</dc:title>
  <dc:subject>PptxGenJS Presentation</dc:subject>
  <dc:creator>ENDevo Architecture</dc:creator>
  <cp:lastModifiedBy>ENDevo Architecture</cp:lastModifiedBy>
  <cp:revision>1</cp:revision>
  <dcterms:created xsi:type="dcterms:W3CDTF">2026-02-23T00:08:49Z</dcterms:created>
  <dcterms:modified xsi:type="dcterms:W3CDTF">2026-02-23T00:08:49Z</dcterms:modified>
</cp:coreProperties>
</file>